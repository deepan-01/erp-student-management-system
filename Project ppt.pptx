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957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26337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6337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2A387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" y="917143"/>
            <a:ext cx="543154" cy="543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REVIEW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ERP-Based Integrated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Progress vs. SRS Scope  —  Prepared for Team Lead Review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5989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System Is Needed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from the approved SRS — the problems driving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68" y="2056668"/>
            <a:ext cx="385511" cy="3855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is spread across multiple systems — hard to track and error-prone.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348" y="2056668"/>
            <a:ext cx="385511" cy="3855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9476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Disconnected Processes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263640" y="2606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attendance, and results are managed separately, with no unified view.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668" y="4342668"/>
            <a:ext cx="385511" cy="38551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336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Overhead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892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staff spend too much time on repetitive manual work.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989320" y="3977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63640" y="4251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4348" y="4342668"/>
            <a:ext cx="385511" cy="38551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42336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Visibility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263640" y="4892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cannot get real-time reports easily.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Student Management System  |  Project Status Review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SRS Scope — 5 Core Modules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defined in Section 2 of the approved Software Requirements Specification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64536" y="1463040"/>
            <a:ext cx="2157984" cy="2331720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676866" y="164812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895" y="1690725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82824" y="235458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916936" y="2848356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Admission, enrollment, profile, documents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74920" y="1417320"/>
            <a:ext cx="2157984" cy="2331720"/>
          </a:xfrm>
          <a:prstGeom prst="roundRect">
            <a:avLst>
              <a:gd name="adj" fmla="val 296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5" name="Shape 11"/>
          <p:cNvSpPr/>
          <p:nvPr/>
        </p:nvSpPr>
        <p:spPr>
          <a:xfrm>
            <a:off x="5902452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919" y="168066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6360" y="224028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Management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184648" y="2788920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for students &amp; staff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360920" y="1417320"/>
            <a:ext cx="2157984" cy="2331720"/>
          </a:xfrm>
          <a:prstGeom prst="roundRect">
            <a:avLst>
              <a:gd name="adj" fmla="val 296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20" name="Shape 15"/>
          <p:cNvSpPr/>
          <p:nvPr/>
        </p:nvSpPr>
        <p:spPr>
          <a:xfrm>
            <a:off x="8188452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919" y="1680667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224028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Examination &amp; Results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70648" y="2788920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scheduling, marks entry, report cards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9738360" y="224028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594360" y="475488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12648" y="5303520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950" dirty="0"/>
          </a:p>
        </p:txBody>
      </p:sp>
      <p:sp>
        <p:nvSpPr>
          <p:cNvPr id="37" name="Text 28"/>
          <p:cNvSpPr/>
          <p:nvPr/>
        </p:nvSpPr>
        <p:spPr>
          <a:xfrm>
            <a:off x="2880360" y="475488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4032504" y="4011473"/>
            <a:ext cx="2157984" cy="2331720"/>
          </a:xfrm>
          <a:prstGeom prst="roundRect">
            <a:avLst>
              <a:gd name="adj" fmla="val 296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0" name="Shape 31"/>
          <p:cNvSpPr/>
          <p:nvPr/>
        </p:nvSpPr>
        <p:spPr>
          <a:xfrm>
            <a:off x="4933188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5367" y="4195267"/>
            <a:ext cx="341986" cy="34198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178808" y="482026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Dashboard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4179786" y="5394960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charts, exports (PDF/Excel)</a:t>
            </a:r>
            <a:endParaRPr lang="en-US" sz="950" dirty="0"/>
          </a:p>
        </p:txBody>
      </p:sp>
      <p:sp>
        <p:nvSpPr>
          <p:cNvPr id="47" name="Text 36"/>
          <p:cNvSpPr/>
          <p:nvPr/>
        </p:nvSpPr>
        <p:spPr>
          <a:xfrm>
            <a:off x="7452360" y="475488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7470648" y="5303520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950" dirty="0"/>
          </a:p>
        </p:txBody>
      </p:sp>
      <p:sp>
        <p:nvSpPr>
          <p:cNvPr id="49" name="Shape 38"/>
          <p:cNvSpPr/>
          <p:nvPr/>
        </p:nvSpPr>
        <p:spPr>
          <a:xfrm>
            <a:off x="6308237" y="3985420"/>
            <a:ext cx="2157984" cy="2331720"/>
          </a:xfrm>
          <a:prstGeom prst="roundRect">
            <a:avLst>
              <a:gd name="adj" fmla="val 296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50" name="Shape 39"/>
          <p:cNvSpPr/>
          <p:nvPr/>
        </p:nvSpPr>
        <p:spPr>
          <a:xfrm>
            <a:off x="7232904" y="418891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613" y="4258681"/>
            <a:ext cx="341986" cy="341986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6512054" y="4882896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&amp; Role Management</a:t>
            </a:r>
            <a:endParaRPr lang="en-US" sz="1250" dirty="0"/>
          </a:p>
        </p:txBody>
      </p:sp>
      <p:sp>
        <p:nvSpPr>
          <p:cNvPr id="53" name="Text 41"/>
          <p:cNvSpPr/>
          <p:nvPr/>
        </p:nvSpPr>
        <p:spPr>
          <a:xfrm>
            <a:off x="6548630" y="5477256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Teacher, Student, Parent logins</a:t>
            </a:r>
            <a:endParaRPr lang="en-US" sz="950" dirty="0"/>
          </a:p>
        </p:txBody>
      </p:sp>
      <p:sp>
        <p:nvSpPr>
          <p:cNvPr id="5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Student Management System  |  Project Status Review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We've Built So Far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covers the highest-priority academic operations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0197"/>
            <a:ext cx="2834640" cy="4480560"/>
          </a:xfrm>
          <a:prstGeom prst="roundRect">
            <a:avLst>
              <a:gd name="adj" fmla="val 3226"/>
            </a:avLst>
          </a:prstGeom>
          <a:solidFill>
            <a:srgbClr val="26337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modules implemented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functional end-to-end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7280" y="5029200"/>
            <a:ext cx="1737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46304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858768" y="1664208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4" y="1746504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462272" y="16093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62272" y="19659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CRUD, department filtering, Excel export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7726680" y="146304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7927848" y="1664208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746504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531352" y="16093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Management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531352" y="19659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marking, %, low-attendance, monthly reports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3657600" y="3035808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3858768" y="3236976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064" y="331927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462272" y="318211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Examination &amp; Results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462272" y="35387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grade/GPA calc, PDF marksheets, Excel export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7726680" y="3035808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7927848" y="3236976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0144" y="3319272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531352" y="318211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Management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8531352" y="353872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approve/reject, status tracking (not in original SRS list, added scope)</a:t>
            </a:r>
            <a:endParaRPr lang="en-US" sz="980" dirty="0"/>
          </a:p>
        </p:txBody>
      </p:sp>
      <p:sp>
        <p:nvSpPr>
          <p:cNvPr id="30" name="Shape 24"/>
          <p:cNvSpPr/>
          <p:nvPr/>
        </p:nvSpPr>
        <p:spPr>
          <a:xfrm>
            <a:off x="3657600" y="4608576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31" name="Shape 25"/>
          <p:cNvSpPr/>
          <p:nvPr/>
        </p:nvSpPr>
        <p:spPr>
          <a:xfrm>
            <a:off x="3858768" y="4809744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064" y="4892040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462272" y="47548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Dashboard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462272" y="5111496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stats, charts, department distribution</a:t>
            </a:r>
            <a:endParaRPr lang="en-US" sz="980" dirty="0"/>
          </a:p>
        </p:txBody>
      </p:sp>
      <p:sp>
        <p:nvSpPr>
          <p:cNvPr id="35" name="Shape 28"/>
          <p:cNvSpPr/>
          <p:nvPr/>
        </p:nvSpPr>
        <p:spPr>
          <a:xfrm>
            <a:off x="7726680" y="4608576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36" name="Shape 29"/>
          <p:cNvSpPr/>
          <p:nvPr/>
        </p:nvSpPr>
        <p:spPr>
          <a:xfrm>
            <a:off x="7927848" y="4809744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4892040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531352" y="47548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&amp; Role Management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8531352" y="5111496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Admin/Staff/Student roles, route guards</a:t>
            </a:r>
            <a:endParaRPr lang="en-US" sz="98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Student Management System  |  Project Status Review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Snapshot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— MongoDB, Express, React, Node.js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181782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 (Node.js 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 — Express app, CORS, route mounting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Mongoose models: User, Student, Attendance, Result, Event, Leave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route groups with matching controllers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 with role-based authorization</a:t>
            </a:r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Department-scoped queries enforced server-side for staff role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181782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10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 (React.js)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4231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routing across Student / Admin / Staff route groups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pages: Dashboard, Students, Attendance, Results, Leave, Events, etc.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components: Navbar, Sidebar, ProtectedRoute, DepartmentChart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Bootstrap-based responsive UI with charts (Recharts)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Student Management System  |  Project Status Review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Role-Based Access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the SRS "User &amp; Role Management" requirement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1828800"/>
            <a:ext cx="594360" cy="594360"/>
          </a:xfrm>
          <a:prstGeom prst="ellipse">
            <a:avLst/>
          </a:prstGeom>
          <a:solidFill>
            <a:srgbClr val="2A387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058" y="19238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admin@erp.com / admin123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departments and modules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51960" y="155448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0" y="1828800"/>
            <a:ext cx="594360" cy="594360"/>
          </a:xfrm>
          <a:prstGeom prst="ellipse">
            <a:avLst/>
          </a:prstGeom>
          <a:solidFill>
            <a:srgbClr val="2A387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378" y="192389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434840" y="3017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{dept}@erp.com / staff123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26280" y="34290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Auto-scoped to their own department (CSE, IT, CSBS, AIML)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955280" y="155448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9372600" y="1828800"/>
            <a:ext cx="594360" cy="594360"/>
          </a:xfrm>
          <a:prstGeom prst="ellipse">
            <a:avLst/>
          </a:prstGeom>
          <a:solidFill>
            <a:srgbClr val="2A387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7698" y="192389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38160" y="26060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138160" y="3017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number only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0" y="34290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/ captcha — read-only self-service views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under the hood: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94360" y="4892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embeds role, name and department at login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ProtectedRoute wrapper gates frontend routes by role array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uses req.user.department to auto-filter Students, Attendance, Results and Leave data for staff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Student Management System  |  Project Status Review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&amp; Examination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academic tracking modules — fully functional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181782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Management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Present / Absent / On Duty with reason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view with date picker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 lookup by roll number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Low-attendance list (below 75%)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 + department-wise stats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181782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10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Examination &amp; Results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83680" y="24231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subject count by semester (1-8)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 total, percentage, grade &amp; GPA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Grading: O / A+ / A / B+ / B / C / RA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grade &amp; GPA only, not raw marks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marksheet generation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export, filter by semester / roll no.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Student Management System  |  Project Status Review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Management &amp; Events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workflows built alongside the core academic modules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181782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Management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applies with date range + reason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views history with status badges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approves/rejects, scoped to own department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and manages all departments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filter: All / Pending / Approved / Rejected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181782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105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Events, Activities &amp; Dashboard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83680" y="24231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adds/deletes Events and Activities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Home page shows upcoming events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Student dashboards show upcoming activities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dashboard: student/department stats, pass-fail counts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pie &amp; bar charts for visual reporting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Student Management System  |  Project Status Review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Comparison — Built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6 modules defined in the SRS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7F5E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63624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61848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1732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60520" y="14173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7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2295144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3500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14884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60520" y="21488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88036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7F5EE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3026664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08152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8803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&amp; Results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160520" y="288036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61188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7F5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85800" y="3758184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81304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61188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Dashboard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160520" y="36118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7F5EE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" y="4489704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54456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43434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Management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160520" y="43434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507492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7F5E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0" name="Shape 23"/>
          <p:cNvSpPr/>
          <p:nvPr/>
        </p:nvSpPr>
        <p:spPr>
          <a:xfrm>
            <a:off x="685800" y="5221224"/>
            <a:ext cx="365760" cy="36576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5276088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88720" y="507492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Management*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160520" y="50749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6903720" y="141732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9875520" y="14173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9875520" y="21488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47" name="Text 36"/>
          <p:cNvSpPr/>
          <p:nvPr/>
        </p:nvSpPr>
        <p:spPr>
          <a:xfrm>
            <a:off x="6903720" y="28803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9875520" y="288036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2" name="Text 40"/>
          <p:cNvSpPr/>
          <p:nvPr/>
        </p:nvSpPr>
        <p:spPr>
          <a:xfrm>
            <a:off x="6903720" y="361188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3" name="Text 41"/>
          <p:cNvSpPr/>
          <p:nvPr/>
        </p:nvSpPr>
        <p:spPr>
          <a:xfrm>
            <a:off x="9875520" y="36118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7" name="Text 44"/>
          <p:cNvSpPr/>
          <p:nvPr/>
        </p:nvSpPr>
        <p:spPr>
          <a:xfrm>
            <a:off x="6903720" y="43434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8" name="Text 45"/>
          <p:cNvSpPr/>
          <p:nvPr/>
        </p:nvSpPr>
        <p:spPr>
          <a:xfrm>
            <a:off x="9875520" y="43434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2" name="Text 48"/>
          <p:cNvSpPr/>
          <p:nvPr/>
        </p:nvSpPr>
        <p:spPr>
          <a:xfrm>
            <a:off x="6903720" y="507492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3" name="Text 49"/>
          <p:cNvSpPr/>
          <p:nvPr/>
        </p:nvSpPr>
        <p:spPr>
          <a:xfrm>
            <a:off x="9875520" y="50749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4" name="Text 50"/>
          <p:cNvSpPr/>
          <p:nvPr/>
        </p:nvSpPr>
        <p:spPr>
          <a:xfrm>
            <a:off x="548640" y="587959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5" name="Text 5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Student Management System  |  Project Status Review</a:t>
            </a:r>
            <a:endParaRPr lang="en-US" sz="900" dirty="0"/>
          </a:p>
        </p:txBody>
      </p:sp>
      <p:sp>
        <p:nvSpPr>
          <p:cNvPr id="66" name="Text 5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Proposed vs. Implemented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810001"/>
              </p:ext>
            </p:extLst>
          </p:nvPr>
        </p:nvGraphicFramePr>
        <p:xfrm>
          <a:off x="593558" y="1234440"/>
          <a:ext cx="11019322" cy="4160520"/>
        </p:xfrm>
        <a:graphic>
          <a:graphicData uri="http://schemas.openxmlformats.org/drawingml/2006/table">
            <a:tbl>
              <a:tblPr/>
              <a:tblGrid>
                <a:gridCol w="2332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SRS Proposal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Actually 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latin typeface="Calibri" charset="0"/>
                          <a:ea typeface="Calibri" charset="0"/>
                          <a:cs typeface="Calibri" charset="0"/>
                        </a:rPr>
                        <a:t>MongoDB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(JSON Web Tokens)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(JSON Web Tokens)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Local Server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Server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Reports/Exports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PDF/Excel exports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marksheets + Excel export (pdfkit / exceljs)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Student Management System  |  Project Status Review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6337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291840" cy="3291840"/>
          </a:xfrm>
          <a:prstGeom prst="ellipse">
            <a:avLst/>
          </a:prstGeom>
          <a:solidFill>
            <a:srgbClr val="263375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65960"/>
            <a:ext cx="1005840" cy="1005840"/>
          </a:xfrm>
          <a:prstGeom prst="ellipse">
            <a:avLst/>
          </a:prstGeom>
          <a:solidFill>
            <a:srgbClr val="2A387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549" y="2136953"/>
            <a:ext cx="663854" cy="6638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004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-502920" y="3977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896</Words>
  <Application>Microsoft Office PowerPoint</Application>
  <PresentationFormat>Widescreen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Student Management System - Project Status Review</dc:title>
  <dc:subject>PptxGenJS Presentation</dc:subject>
  <dc:creator>Development Team</dc:creator>
  <cp:lastModifiedBy>deepanrajn0112@gmail.com</cp:lastModifiedBy>
  <cp:revision>3</cp:revision>
  <dcterms:created xsi:type="dcterms:W3CDTF">2026-07-06T08:39:33Z</dcterms:created>
  <dcterms:modified xsi:type="dcterms:W3CDTF">2026-07-10T13:53:21Z</dcterms:modified>
</cp:coreProperties>
</file>